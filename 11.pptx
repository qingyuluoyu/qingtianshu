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837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8501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-71120"/>
            <a:ext cx="12192635" cy="68624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8311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8501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8374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、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83110" cy="68573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WPS 演示</Application>
  <PresentationFormat>宽屏</PresentationFormat>
  <Paragraphs>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左千户</dc:creator>
  <cp:lastModifiedBy>WPS_1726072835</cp:lastModifiedBy>
  <cp:revision>5</cp:revision>
  <dcterms:created xsi:type="dcterms:W3CDTF">2023-08-09T12:44:00Z</dcterms:created>
  <dcterms:modified xsi:type="dcterms:W3CDTF">2026-08-03T12:57:26Z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304F4E65D6F54A82939C815016F72E4A_12</vt:lpwstr>
  </property>
</Properties>
</file>